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10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97" autoAdjust="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065376" y="118478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18865685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  Subhankar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     Mandal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mandalsubhankar627@gmail.com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+</a:t>
                      </a:r>
                      <a:r>
                        <a:rPr lang="en-US" sz="2000" dirty="0"/>
                        <a:t>91 9238004045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Education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[Smart Study Generator Agent]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9978E8-FF18-C8F8-A614-72B592E3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808" y="3571843"/>
            <a:ext cx="1418028" cy="11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66345" y="738329"/>
            <a:ext cx="11437588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Problem Statement : Smart Study Generator Agent</a:t>
            </a:r>
          </a:p>
          <a:p>
            <a:endParaRPr lang="en-US" sz="2000" b="1" dirty="0"/>
          </a:p>
          <a:p>
            <a:r>
              <a:rPr lang="en-US" sz="2000" b="1" dirty="0"/>
              <a:t>The Challenge</a:t>
            </a:r>
          </a:p>
          <a:p>
            <a:r>
              <a:rPr lang="en-US" dirty="0"/>
              <a:t>Students today face an overwhelming flood of information-lecture </a:t>
            </a:r>
            <a:r>
              <a:rPr lang="en-US" b="1" dirty="0"/>
              <a:t>notes, textbooks, research papers, YouTube tutorials, and online resources</a:t>
            </a:r>
            <a:r>
              <a:rPr lang="en-US" dirty="0"/>
              <a:t>. This content is scattered, unorganized, and often not personalized to their learning pace or style. As a result, students struggle with </a:t>
            </a:r>
            <a:r>
              <a:rPr lang="en-US" b="1" dirty="0"/>
              <a:t>finding the right study material, summarizing key concepts, and staying exam-ready</a:t>
            </a:r>
            <a:r>
              <a:rPr lang="en-US" dirty="0"/>
              <a:t>. Traditional study tools only </a:t>
            </a:r>
            <a:r>
              <a:rPr lang="en-US" b="1" dirty="0"/>
              <a:t>provide static notes or flashcards, failing to adapt dynamically to student needs</a:t>
            </a:r>
            <a:r>
              <a:rPr lang="en-US" dirty="0"/>
              <a:t>. The challenge is to move beyond static resources toward an intelligent, adaptive study companion.</a:t>
            </a:r>
          </a:p>
          <a:p>
            <a:endParaRPr lang="en-US" dirty="0"/>
          </a:p>
          <a:p>
            <a:r>
              <a:rPr lang="en-US" sz="2000" b="1" dirty="0"/>
              <a:t>The Objective</a:t>
            </a:r>
          </a:p>
          <a:p>
            <a:r>
              <a:rPr lang="en-US" dirty="0"/>
              <a:t>Build an agentic </a:t>
            </a:r>
            <a:r>
              <a:rPr lang="en-US" b="1" dirty="0"/>
              <a:t>Al-powered Smart Study Generator </a:t>
            </a:r>
            <a:r>
              <a:rPr lang="en-US" dirty="0"/>
              <a:t>that </a:t>
            </a:r>
            <a:r>
              <a:rPr lang="en-US" b="1" dirty="0"/>
              <a:t>personalizes and streamlines learning for students</a:t>
            </a:r>
            <a:r>
              <a:rPr lang="en-US" dirty="0"/>
              <a:t>. The solution should:</a:t>
            </a:r>
          </a:p>
          <a:p>
            <a:endParaRPr lang="en-US" dirty="0"/>
          </a:p>
          <a:p>
            <a:r>
              <a:rPr lang="en-US" b="1" dirty="0"/>
              <a:t>1. Fuse Learning Resources</a:t>
            </a:r>
            <a:r>
              <a:rPr lang="en-US" dirty="0"/>
              <a:t>: Aggregate content from class notes, textbooks, research articles, and online tutorials into structured, easy-to-digest study material.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Enable Multimodal Input</a:t>
            </a:r>
            <a:r>
              <a:rPr lang="en-US" dirty="0"/>
              <a:t>: Allow students to upload notes, voice queries, or images (e.g., textbook pages), and generate concise summaries, flashcards, or concept maps.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Create a Predictive &amp; Agentic Layer</a:t>
            </a:r>
            <a:r>
              <a:rPr lang="en-US" dirty="0"/>
              <a:t>: Recommend personalized study plans, highlight important topics based on syllabus or past exams, and provide predictive alerts (e.g., "Focus on Topic X-frequently asked in exams").</a:t>
            </a:r>
          </a:p>
          <a:p>
            <a:endParaRPr lang="en-US" dirty="0"/>
          </a:p>
          <a:p>
            <a:r>
              <a:rPr lang="en-US" dirty="0"/>
              <a:t>4.</a:t>
            </a:r>
            <a:r>
              <a:rPr lang="en-US" b="1" dirty="0"/>
              <a:t>Visualize Study Progress</a:t>
            </a:r>
            <a:r>
              <a:rPr lang="en-US" dirty="0"/>
              <a:t>: Offer a real-time dashboard showing learning milestones, weak areas, practice quizzes, and performance forecasts.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Proposed Solution – Smart Study Generator Agent</a:t>
            </a:r>
          </a:p>
          <a:p>
            <a:endParaRPr lang="en-US" sz="2500" b="1" dirty="0"/>
          </a:p>
          <a:p>
            <a:r>
              <a:rPr lang="en-US" dirty="0"/>
              <a:t>An </a:t>
            </a:r>
            <a:r>
              <a:rPr lang="en-US" b="1" dirty="0"/>
              <a:t>AI-powered personalized study companion</a:t>
            </a:r>
            <a:r>
              <a:rPr lang="en-US" dirty="0"/>
              <a:t> that </a:t>
            </a:r>
            <a:r>
              <a:rPr lang="en-US" b="1" dirty="0"/>
              <a:t>transforms scattered learning resources into structured, adaptive study material.</a:t>
            </a:r>
          </a:p>
          <a:p>
            <a:endParaRPr lang="en-US" dirty="0"/>
          </a:p>
          <a:p>
            <a:r>
              <a:rPr lang="en-US" dirty="0"/>
              <a:t>Unified Learning Hub: Combines notes, textbooks, research content, and online resources into </a:t>
            </a:r>
            <a:r>
              <a:rPr lang="en-US" b="1" dirty="0"/>
              <a:t>organized study material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Multimodal Learning: </a:t>
            </a:r>
            <a:r>
              <a:rPr lang="en-US" b="1" dirty="0"/>
              <a:t>Accepts text, documents, images, and voice queries </a:t>
            </a:r>
            <a:r>
              <a:rPr lang="en-US" dirty="0"/>
              <a:t>to generate </a:t>
            </a:r>
            <a:r>
              <a:rPr lang="en-US" b="1" dirty="0"/>
              <a:t>summaries, flashcards, quizzes, and concept maps.</a:t>
            </a:r>
          </a:p>
          <a:p>
            <a:endParaRPr lang="en-US" dirty="0"/>
          </a:p>
          <a:p>
            <a:r>
              <a:rPr lang="en-US" dirty="0"/>
              <a:t>Personalized Study Planning: Analyzes the student's </a:t>
            </a:r>
            <a:r>
              <a:rPr lang="en-US" b="1" dirty="0"/>
              <a:t>syllabus, goals, progress, and performance </a:t>
            </a:r>
            <a:r>
              <a:rPr lang="en-US" dirty="0"/>
              <a:t>to create a customized study plan.</a:t>
            </a:r>
          </a:p>
          <a:p>
            <a:endParaRPr lang="en-US" dirty="0"/>
          </a:p>
          <a:p>
            <a:r>
              <a:rPr lang="en-US" dirty="0"/>
              <a:t>Intelligent Recommendations: </a:t>
            </a:r>
            <a:r>
              <a:rPr lang="en-US" b="1" dirty="0"/>
              <a:t>Identifies weak and high-priority topics</a:t>
            </a:r>
            <a:r>
              <a:rPr lang="en-US" dirty="0"/>
              <a:t>, recommends what to study next, and provides timely revision alerts.</a:t>
            </a:r>
          </a:p>
          <a:p>
            <a:endParaRPr lang="en-US" dirty="0"/>
          </a:p>
          <a:p>
            <a:r>
              <a:rPr lang="en-US" dirty="0"/>
              <a:t>Adaptive Progress Tracking: Continuously monitors learning milestones and quiz performance to provide real-time insights and performance forecasts.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803180" y="795917"/>
            <a:ext cx="7123176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500" b="1" dirty="0"/>
              <a:t>Technology Used</a:t>
            </a:r>
            <a:endParaRPr lang="en-IN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803180" y="2111680"/>
            <a:ext cx="10515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IBM Bob </a:t>
            </a:r>
            <a:r>
              <a:rPr lang="en-IN" dirty="0"/>
              <a:t>– AI-assisted application development</a:t>
            </a:r>
          </a:p>
          <a:p>
            <a:endParaRPr lang="en-IN" dirty="0"/>
          </a:p>
          <a:p>
            <a:r>
              <a:rPr lang="en-IN" sz="1800" b="1" dirty="0"/>
              <a:t>IBM </a:t>
            </a:r>
            <a:r>
              <a:rPr lang="en-IN" sz="1800" b="1" dirty="0" err="1"/>
              <a:t>Langflow</a:t>
            </a:r>
            <a:r>
              <a:rPr lang="en-IN" sz="1800" b="1" dirty="0"/>
              <a:t> </a:t>
            </a:r>
            <a:r>
              <a:rPr lang="en-IN" dirty="0"/>
              <a:t>– AI workflow and agent pipeline</a:t>
            </a:r>
          </a:p>
          <a:p>
            <a:endParaRPr lang="en-IN" dirty="0"/>
          </a:p>
          <a:p>
            <a:r>
              <a:rPr lang="en-IN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Orchestrate </a:t>
            </a:r>
            <a:r>
              <a:rPr lang="en-IN" dirty="0"/>
              <a:t>– Agent orchestration and automation</a:t>
            </a:r>
          </a:p>
          <a:p>
            <a:endParaRPr lang="en-IN" dirty="0"/>
          </a:p>
          <a:p>
            <a:r>
              <a:rPr lang="en-IN" sz="1800" b="1" dirty="0"/>
              <a:t>IBM watsonx.ai </a:t>
            </a:r>
            <a:r>
              <a:rPr lang="en-IN" dirty="0"/>
              <a:t>– AI/ML platform and model integration</a:t>
            </a:r>
          </a:p>
          <a:p>
            <a:endParaRPr lang="en-IN" dirty="0"/>
          </a:p>
          <a:p>
            <a:r>
              <a:rPr lang="en-IN" sz="1800" b="1" dirty="0"/>
              <a:t>IBM Granite Models </a:t>
            </a:r>
            <a:r>
              <a:rPr lang="en-IN" dirty="0"/>
              <a:t>– Generative AI for content understanding and generation</a:t>
            </a:r>
          </a:p>
          <a:p>
            <a:endParaRPr lang="en-IN" dirty="0"/>
          </a:p>
          <a:p>
            <a:r>
              <a:rPr lang="en-IN" sz="1800" b="1" dirty="0"/>
              <a:t>IBM Cloud </a:t>
            </a:r>
            <a:r>
              <a:rPr lang="en-IN" dirty="0"/>
              <a:t>– Cloud deployment, storage, and application infrastructure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90DB4-6289-4068-C331-85678FA0F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6" y="756691"/>
            <a:ext cx="11239130" cy="602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512A-0AA7-CC22-D1D2-C738BF126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64760"/>
            <a:ext cx="9217740" cy="572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46829-AC11-A95D-9120-D48189CC7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4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561920" y="166732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305E9-B1D6-BFDC-8551-3FC3CA62FAEF}"/>
              </a:ext>
            </a:extLst>
          </p:cNvPr>
          <p:cNvSpPr txBox="1"/>
          <p:nvPr/>
        </p:nvSpPr>
        <p:spPr>
          <a:xfrm>
            <a:off x="1147865" y="911607"/>
            <a:ext cx="636188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Agentic AI </a:t>
            </a:r>
            <a:r>
              <a:rPr lang="en-US" dirty="0"/>
              <a:t>acts as the decision-making and action layer of the Smart Study Generator. Instead of simply answering student questions, it understands the student's situation, decides what needs to be done, and takes action automatically.</a:t>
            </a:r>
          </a:p>
          <a:p>
            <a:endParaRPr lang="en-US" dirty="0"/>
          </a:p>
          <a:p>
            <a:r>
              <a:rPr lang="en-US" sz="1800" b="1" dirty="0"/>
              <a:t>Analyzes Student Data</a:t>
            </a:r>
            <a:r>
              <a:rPr lang="en-US" dirty="0"/>
              <a:t>: Understands syllabus, study material, quiz results, progress, and learning goals.</a:t>
            </a:r>
          </a:p>
          <a:p>
            <a:endParaRPr lang="en-US" dirty="0"/>
          </a:p>
          <a:p>
            <a:r>
              <a:rPr lang="en-US" sz="1800" b="1" dirty="0"/>
              <a:t>Identifies Priorities</a:t>
            </a:r>
            <a:r>
              <a:rPr lang="en-US" dirty="0"/>
              <a:t>: Detects weak areas and important topics that need more attention.</a:t>
            </a:r>
          </a:p>
          <a:p>
            <a:endParaRPr lang="en-US" dirty="0"/>
          </a:p>
          <a:p>
            <a:r>
              <a:rPr lang="en-US" sz="1800" b="1" dirty="0"/>
              <a:t>Creates Study Plans</a:t>
            </a:r>
            <a:r>
              <a:rPr lang="en-US" dirty="0"/>
              <a:t>: Automatically builds and adjusts a personalized study schedule.</a:t>
            </a:r>
          </a:p>
          <a:p>
            <a:endParaRPr lang="en-US" dirty="0"/>
          </a:p>
          <a:p>
            <a:r>
              <a:rPr lang="en-US" sz="1800" b="1" dirty="0"/>
              <a:t>Generates Learning Content</a:t>
            </a:r>
            <a:r>
              <a:rPr lang="en-US" dirty="0"/>
              <a:t>: Produces summaries, flashcards, quizzes, and revision material based on the student's needs.</a:t>
            </a:r>
          </a:p>
          <a:p>
            <a:endParaRPr lang="en-US" dirty="0"/>
          </a:p>
          <a:p>
            <a:r>
              <a:rPr lang="en-US" sz="1800" b="1" dirty="0"/>
              <a:t>Monitors &amp; Adapts</a:t>
            </a:r>
            <a:r>
              <a:rPr lang="en-US" dirty="0"/>
              <a:t>: Continuously tracks performance and changes the study plan when the student's performance changes.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b="1" dirty="0"/>
              <a:t>Provides Proactive Recommendations</a:t>
            </a:r>
            <a:r>
              <a:rPr lang="en-US" dirty="0"/>
              <a:t>: Tells the student what to study next, what to revise, and where to focus without requiring the student to ask every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13BDC-0C40-2651-A599-4E82308C8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8109B-A80B-BAD8-93E6-0642C851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6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D6FAD-6A70-DB75-965B-F392E7B99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68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50780" y="1592227"/>
            <a:ext cx="1130198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Personalized for Every Student</a:t>
            </a:r>
            <a:r>
              <a:rPr lang="en-US" dirty="0"/>
              <a:t>: The Al understands each student's progress, strengths, and weak areas instead of giving the same plan to everyone.</a:t>
            </a:r>
          </a:p>
          <a:p>
            <a:endParaRPr lang="en-US" dirty="0"/>
          </a:p>
          <a:p>
            <a:r>
              <a:rPr lang="en-US" sz="1800" b="1" dirty="0"/>
              <a:t>Works with Different Types of Content</a:t>
            </a:r>
            <a:r>
              <a:rPr lang="en-US" dirty="0"/>
              <a:t>: Students can use notes, PDFs, images, or voice/text questions, making learning more flexible.</a:t>
            </a:r>
          </a:p>
          <a:p>
            <a:endParaRPr lang="en-US" dirty="0"/>
          </a:p>
          <a:p>
            <a:r>
              <a:rPr lang="en-US" sz="1800" b="1" dirty="0"/>
              <a:t>Study Plan That Changes Automatically</a:t>
            </a:r>
            <a:r>
              <a:rPr lang="en-US" dirty="0"/>
              <a:t>: The plan adapts based on quiz performance, progress, and upcoming goals.</a:t>
            </a:r>
          </a:p>
          <a:p>
            <a:endParaRPr lang="en-US" dirty="0"/>
          </a:p>
          <a:p>
            <a:r>
              <a:rPr lang="en-US" sz="1800" b="1" dirty="0"/>
              <a:t>Al That Takes Initiative</a:t>
            </a:r>
            <a:r>
              <a:rPr lang="en-US" dirty="0"/>
              <a:t>: It doesn't just wait for questions-it can suggest what to study, revise, or practice next.</a:t>
            </a:r>
          </a:p>
          <a:p>
            <a:endParaRPr lang="en-US" dirty="0"/>
          </a:p>
          <a:p>
            <a:r>
              <a:rPr lang="en-US" sz="1800" b="1" dirty="0"/>
              <a:t>Everything in One Place</a:t>
            </a:r>
            <a:r>
              <a:rPr lang="en-US" dirty="0"/>
              <a:t>: Study materials, summaries, quizzes, planning, recommendations, and progress tracking are connected in a single platform.</a:t>
            </a:r>
          </a:p>
          <a:p>
            <a:endParaRPr lang="en-US" dirty="0"/>
          </a:p>
          <a:p>
            <a:r>
              <a:rPr lang="en-US" b="1" dirty="0"/>
              <a:t>Complete Learning Cycle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/>
              <a:t>Study → Practice → Analyze → Improve →Repeat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3042558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500" b="1" dirty="0">
                <a:sym typeface="Times New Roman"/>
              </a:rPr>
              <a:t>Git Hub Link</a:t>
            </a:r>
            <a:endParaRPr sz="25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739E3F-166A-AEDC-5788-9FF944BB733C}"/>
              </a:ext>
            </a:extLst>
          </p:cNvPr>
          <p:cNvSpPr txBox="1"/>
          <p:nvPr/>
        </p:nvSpPr>
        <p:spPr>
          <a:xfrm>
            <a:off x="1218724" y="1696488"/>
            <a:ext cx="5528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https://github.com/SubhankarMan1/IBM-BOB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140903" y="20564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32298" y="909662"/>
            <a:ext cx="11222715" cy="561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Smarter Personalization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The system can learn more about each student's learning pattern and provide increasingly accurate study plans.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Voice-Based Learning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Students could interact with the system through natural voice conversations for a more interactive learning experience.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Multiple Languages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Support for regional languages can make personalized learning accessible to more students.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Advanced Performance Prediction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The system can identify learning gaps earlier and suggest timely revision and practice.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Integration with Educational Platforms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It can connect with schools, colleges, LMS platforms, and digital classrooms.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Al Tutor Expansion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The platform can evolve into a 24/7 Al tutor that explains concepts, conducts practice sessions, and guides students.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Times New Roman"/>
                <a:ea typeface="Times New Roman"/>
                <a:cs typeface="Times New Roman"/>
                <a:sym typeface="Times New Roman"/>
              </a:rPr>
              <a:t>Collaborative Learning</a:t>
            </a: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: Future versions could support group study, peer learning, and shared learning resources.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Times New Roman"/>
                <a:ea typeface="Times New Roman"/>
                <a:cs typeface="Times New Roman"/>
                <a:sym typeface="Times New Roman"/>
              </a:rPr>
              <a:t>Scalable Education Solution: The same system can be adapted for different subjects, academic levels, competitive exams, and professional learning.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/>
              <a:t>Certificates Earned:</a:t>
            </a: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3BE391-0C2C-110A-69DB-7120C3FA9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2" y="884488"/>
            <a:ext cx="7609298" cy="576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 i="0" u="none" strike="noStrike" baseline="0" dirty="0">
                <a:solidFill>
                  <a:srgbClr val="000000"/>
                </a:solidFill>
                <a:latin typeface="Arial"/>
              </a:rPr>
              <a:t>Certificates Earned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Arial"/>
              </a:rPr>
              <a:t>:</a:t>
            </a:r>
            <a:r>
              <a:rPr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EF9BEF-AD03-8329-F8E0-FA2454F4A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451" y="1046480"/>
            <a:ext cx="9132789" cy="52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3326-1328-4B44-523A-885A6CF9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201352"/>
            <a:ext cx="3964709" cy="540038"/>
          </a:xfrm>
        </p:spPr>
        <p:txBody>
          <a:bodyPr>
            <a:normAutofit fontScale="90000"/>
          </a:bodyPr>
          <a:lstStyle/>
          <a:p>
            <a:br>
              <a:rPr lang="en-US" sz="2800" b="1" dirty="0">
                <a:solidFill>
                  <a:srgbClr val="000000"/>
                </a:solidFill>
                <a:latin typeface="Arial"/>
              </a:rPr>
            </a:br>
            <a:br>
              <a:rPr lang="en-US" sz="2800" b="1" dirty="0">
                <a:solidFill>
                  <a:srgbClr val="000000"/>
                </a:solidFill>
                <a:latin typeface="Arial"/>
              </a:rPr>
            </a:br>
            <a:br>
              <a:rPr lang="en-US" sz="2800" b="1" dirty="0">
                <a:solidFill>
                  <a:srgbClr val="000000"/>
                </a:solidFill>
                <a:latin typeface="Arial"/>
              </a:rPr>
            </a:br>
            <a:r>
              <a:rPr lang="en-US" sz="2800" b="1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F6A23-3E9E-0E0F-0701-F943289B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605" y="905164"/>
            <a:ext cx="7944035" cy="575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34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1053</Words>
  <Application>Microsoft Office PowerPoint</Application>
  <PresentationFormat>Widescreen</PresentationFormat>
  <Paragraphs>123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Certificates Earned:​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Jyoti Mandal</cp:lastModifiedBy>
  <cp:revision>6</cp:revision>
  <dcterms:created xsi:type="dcterms:W3CDTF">2025-07-08T05:06:56Z</dcterms:created>
  <dcterms:modified xsi:type="dcterms:W3CDTF">2026-09-10T14:18:58Z</dcterms:modified>
</cp:coreProperties>
</file>